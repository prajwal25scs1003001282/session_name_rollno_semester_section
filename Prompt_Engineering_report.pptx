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6256000" cy="9144000"/>
  <p:notesSz cx="7104063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84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hp</dc:creator>
  <cp:lastModifiedBy>rakesh.devasthali@gmail.com</cp:lastModifiedBy>
  <cp:revision>2</cp:revision>
  <dcterms:created xsi:type="dcterms:W3CDTF">2006-08-16T00:00:00Z</dcterms:created>
  <dcterms:modified xsi:type="dcterms:W3CDTF">2026-09-20T11:23:06Z</dcterms:modified>
</cp:coreProperties>
</file>